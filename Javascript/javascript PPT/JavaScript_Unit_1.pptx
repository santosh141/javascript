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1: Fundamentals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· Conditionals · Loops · Arrays · Functions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5943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and widely-used programming language in the world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Client-side  |  🖥  Server-side (Node.js)  |  📱  Mobile Apps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JavaScript?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Dynamic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at runtime — no compilation needed. Runs directly in the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Standard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three core web technologies: HTML (structure), CSS (style), JS (behavior).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Versatile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front-end (DOM manipulation), back-end (Node.js), mobile apps, and games.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Event-Driven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user actions: clicks, key presses, form submissions, timers.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Variables &amp; Data Types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188720"/>
                <a:gridCol w="118872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</a:rPr>
                        <a:t>Scope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</a:rPr>
                        <a:t>Re-assign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</a:rPr>
                        <a:t>Re-declare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</a:rPr>
                        <a:t>Best 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</a:rPr>
                        <a:t>var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Yes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Yes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Legacy code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</a:rPr>
                        <a:t>let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Block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Yes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❌ 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Variables that change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</a:rPr>
                        <a:t>const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Block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❌ 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❌ 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Constants &amp; objects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097280"/>
            <a:ext cx="1737360" cy="3474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33488" y="1188720"/>
            <a:ext cx="1517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 - function scoped (avoid in modern JS)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"JavaScript";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let - block scoped, reassignable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version =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= 2;  // OK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- block scoped, cannot reassign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3.14159;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 = 3;  // ❌ TypeError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str = "Hello";      //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 = 42;           //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bool = true;        // boolean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nothing = null;     //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undef;              // undefined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FF7B72">
              <a:alpha val="25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Operators in JavaScript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320040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Addition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Subtraction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Multiplication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Division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Modulo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Exponent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0233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71600"/>
            <a:ext cx="4023360" cy="320040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Equal (loose)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Equal (strict)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Not equal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!== Strict not equal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Greater than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Less than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4023360" cy="320040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AND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NOT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40233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200400"/>
            <a:ext cx="4023360" cy="32004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Add &amp; assign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-= Subtract &amp; assign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*= Multiply &amp; assign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/= Divide &amp; assign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FF7B72">
              <a:alpha val="25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Conditional Statements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block if condition is true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29968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75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if...else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block if condition is false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734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multiple conditions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value against multiple cases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05072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50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 ?: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4050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one-line conditional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1188720"/>
            <a:ext cx="4480560" cy="3657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8848" y="1280160"/>
            <a:ext cx="42611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day = new Date().getDay();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/ else if /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(day ===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console.log("Sunday - Rest day!");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(day === 6)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console.log("Saturday - Weekend!");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console.log("Weekday - Work hard!");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switch statement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switch(day)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5: console.log("Friday!");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6: console.log("Saturday!");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console.log("Other day");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ternary operator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msg = day === 5 ? "TGIF! 🎉" : "Keep going!";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Loops &amp; Iteration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292608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733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while condition is true. Check BEFORE first iteration.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517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2651760" cy="29260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3258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do...while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16733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block ONCE first, then checks condition.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6517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25880"/>
            <a:ext cx="2651760" cy="292608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3258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6733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counter loop — init, condition, increment.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4114800" cy="292608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8346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for...in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18211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object properties (keys).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834640"/>
            <a:ext cx="4114800" cy="292608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8346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for...of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318211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iterable values (arrays, strings, sets).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41248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425196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console.log("Number: " + 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for...of - iterate array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fruits = ["Apple","Banana","Mango"];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fruit of fruits)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console.log(fruit);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for...in - iterate object keys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person = {name:"Clark", age:36};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key in person)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console.log(key + ": " + person[key]);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1568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36208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start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unshift()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start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121408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splice()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at index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121408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portion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71216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44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191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index of 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871216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944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includes()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01568" y="3191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value exists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71216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944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3191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to string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21024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694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3941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in place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621024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3694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01568" y="3941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elements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621024"/>
            <a:ext cx="26517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694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36208" y="3941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41248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" y="4526280"/>
            <a:ext cx="8193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colors = ["Red","Green","Blue"];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colors.push("Yellow");  // ["Red","Green","Blue","Yellow"]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colors.pop();           // removes "Yellow"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console.log(colors.length); // 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 — can be called before definition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Expression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627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hoisted — must define before calling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84248"/>
            <a:ext cx="54864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 (ES6)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syntax, no own "this" binding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984248"/>
            <a:ext cx="54864" cy="5486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fallback values for arguments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41248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2834640"/>
            <a:ext cx="8193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Declaration (hoisted)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"Hello, " + name + "!";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square = function(n) { return n * n;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(ES6)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(a, b) =&gt;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 = n =&gt; n * 2;  // one param, no parens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parameters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welcome(name = "Guest")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"Welcome, " +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welcome();         // "Welcome, Guest"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welcome("Alice");  // "Welcome, Alice"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solidFill>
            <a:srgbClr val="FF7B72">
              <a:alpha val="25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that store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stored as object properties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47672"/>
            <a:ext cx="54864" cy="5029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93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94560" y="1993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current object context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947672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947672"/>
            <a:ext cx="54864" cy="5029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93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notation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37960" y="1993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obj.property — simple access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69464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69464"/>
            <a:ext cx="54864" cy="5029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151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Bracket notation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26151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obj["property"] — dynamic key access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569464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569464"/>
            <a:ext cx="54864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151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Object.keys()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0" y="26151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array of property names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41248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3474720"/>
            <a:ext cx="8193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person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"Clark Kent",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36,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greet: function()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"Hi, I'm " + this.name;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console.log(person.name);     // Clark Kent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console.log(person["age"]);   // 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console.log(person.greet());  // Hi, I'm Clark Kent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console.log(Object.keys(person)); // ["name","age","greet"]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1 — 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Variables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— function scope (legacy)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— block scope, mutable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— block scope, immutable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43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Conditionals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544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/ case / default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ternary: cond ? a : 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43000"/>
            <a:ext cx="2743200" cy="34747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143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Loops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15544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do...while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for...in (object keys)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for...of (iterable values)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63240"/>
            <a:ext cx="2743200" cy="347472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63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Arrays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push/pop, shift/unshift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slice, splice, indexOf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sort, reverse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34747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063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Functions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(hoisted)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/ arrow (=&gt;)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&amp; rest params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063240"/>
            <a:ext cx="2743200" cy="34747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063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Objects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276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properties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with this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&amp; bracket notation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Unit 1</dc:title>
  <dc:subject>PptxGenJS Presentation</dc:subject>
  <dc:creator>PptxGenJS</dc:creator>
  <cp:lastModifiedBy>PptxGenJS</cp:lastModifiedBy>
  <cp:revision>1</cp:revision>
  <dcterms:created xsi:type="dcterms:W3CDTF">2026-05-28T10:01:42Z</dcterms:created>
  <dcterms:modified xsi:type="dcterms:W3CDTF">2026-05-28T10:01:42Z</dcterms:modified>
</cp:coreProperties>
</file>