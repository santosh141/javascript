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2: Web Interaction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· BOM · Events · Forms · Validation · Fetch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5943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web pages dynamic, interactive, and connected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Object Model (DOM)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2148840"/>
            <a:ext cx="0" cy="1828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651760"/>
            <a:ext cx="-1051560" cy="1828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2651760"/>
            <a:ext cx="1051560" cy="1828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154680"/>
            <a:ext cx="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3154680"/>
            <a:ext cx="-54864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3154680"/>
            <a:ext cx="54864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828800"/>
            <a:ext cx="914400" cy="274320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document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2331720"/>
            <a:ext cx="914400" cy="27432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834640"/>
            <a:ext cx="914400" cy="274320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2834640"/>
            <a:ext cx="914400" cy="274320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383280"/>
            <a:ext cx="91440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3383280"/>
            <a:ext cx="91440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383280"/>
            <a:ext cx="91440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Methods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691640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1956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id attribute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276856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3225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getElementsByClassName()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class name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862072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907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getElementsByTagName()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127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tag name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447288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712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(CSS selector)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032504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078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querySelectorAll()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4297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 (CSS selector)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663440"/>
            <a:ext cx="42062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4754880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el = document.getElementById("myDiv");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items = document.querySelectorAll(".item");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el.style.color = "red";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el.innerHTML = "Hello &lt;b&gt;World&lt;/b&gt;";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 Manipulation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114800" cy="292608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— get/set HTML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innerText — get/set text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— all text nodes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form input values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4114800" cy="292608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2588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element.style.property — inline styles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classList.add() — add CSS class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classList.remove() — remove class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classList.toggle() — toggle class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4114800" cy="292608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1089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47288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getAttribute(name)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setAttribute(name, value)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removeAttribute(name)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hasAttribute(name)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1089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108960"/>
            <a:ext cx="4114800" cy="29260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1089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Insert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447288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createElement(tag)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appendChild(child)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insertBefore(new, ref)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removeChild(child)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Styling Elements with JavaScript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 Properties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11480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element.style.color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80360" y="17190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 / "rgb(255,0,0)"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element.style.fontSize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2112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"18px" / "1.2em"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411480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element.style.fontWeight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80360" y="25054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"bold" / "700"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11480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98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element.style.backgroundColor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28986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"yellow"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11480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element.style.display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80360" y="3291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 / "block" / "flex"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411480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element.style.border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36850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"1px solid black"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411480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element.style.margin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0360" y="40782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"10px" / "10px 20px"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16552"/>
            <a:ext cx="411480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71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element.style.padding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80360" y="44714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"5px 10px"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280160"/>
            <a:ext cx="4206240" cy="3794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64608" y="1371600"/>
            <a:ext cx="398678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Setting inline styles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elem = document.getElementById("intro");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elem.style.color = "blue";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elem.style.fontSize = "18px";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elem.style.fontWeight = "bold";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Reading computed style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styles = window.getComputedStyle(elem);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console.log(styles.getPropertyValue("color"));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rgb(0, 0, 255)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classList for CSS classes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elem.classList.add("highlight");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elem.classList.remove("hidden");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elem.classList.toggle("active");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(elem.classList.contains("active"))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console.log("Element is active!");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Browser Object Model (BOM)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347472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browser window. All BOM objects are properties of window.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window.innerWidth / innerHeight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window.open() / window.close()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alert(), confirm(), prompt()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25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screen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709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the user's screen resolution and color depth.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screen.width / screen.height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screen.availWidth / availHeight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screen.colorDepth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25880"/>
            <a:ext cx="2743200" cy="347472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325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09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URL and navigation. Use to redirect or read URL parts.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location.href — full URL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location.pathname — path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location.assign() — navigate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54680"/>
            <a:ext cx="2743200" cy="34747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54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38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session history. Navigate forward and backward.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history.back() / forward()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history.go(n)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history.length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154680"/>
            <a:ext cx="2743200" cy="347472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54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navigator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538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about the user's browser and OS environment.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navigator.userAgent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navigator.language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navigator.onLine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154680"/>
            <a:ext cx="2743200" cy="34747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154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538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code to run after a delay or at regular intervals.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setTimeout(fn, 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setInterval(fn, 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clearTimeout() / clearInterval()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Events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dblclick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mouseleave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4114800" cy="274320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258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Events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0328" y="164592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432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06324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743200"/>
            <a:ext cx="4114800" cy="27432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7432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Events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06324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41248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4343400"/>
            <a:ext cx="8193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addEventListener — preferred approach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document.getElementById("btn").addEventListener("click", function(event)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console.log("Clicked!", event.target);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 // Stop default behavior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 syntax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document.querySelector("form").addEventListener("submit",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console.log("Form submitted!");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Validation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6400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62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Required Field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1399032"/>
            <a:ext cx="61722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463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(name === "") { alert("Required!"); return false;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75688"/>
            <a:ext cx="54864" cy="64008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0" y="2148840"/>
            <a:ext cx="61722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2128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/^[\w.-]+@[\w.-]+\.\w{2,}$/.test(email)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" cy="6400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Age Range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2898648"/>
            <a:ext cx="61722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29626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&amp;&amp; age &lt;= 100 &amp;&amp; !isNaN(age)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75304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75304"/>
            <a:ext cx="54864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Password Strength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3648456"/>
            <a:ext cx="61722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37124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/(?=.*\d)(?=.*[a-z])(?=.*[A-Z]).{8,}/.test(pwd)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4462272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validateForm()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name = document.getElementById("name").value;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email = document.getElementById("email").value;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age = document.getElementById("age").value;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(name === "") { alert("Name required"); return false;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emailReg = /^[a-zA-Z0-9._-]+@[a-zA-Z0-9.-]+\.[a-zA-Z]{2,6}$/;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(!emailReg.test(email)) { alert("Invalid email"); return false;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(isNaN(age) || age &lt; 18 || age &gt; 100)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alert("Age must be 18-100"); return false;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// All checks passed!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Fetch API &amp; Async JavaScript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74980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represents an async operation with 3 states: pending → fulfilled or rejected.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55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sugar over Promises. Write async code that reads like synchronous code.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54864" cy="74980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 to make HTTP requests. Returns a Promise resolving to a Response object.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40280"/>
            <a:ext cx="54864" cy="74980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 — standard data format for APIs. Use response.json() to parse.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41248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383280"/>
            <a:ext cx="8193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fetch() with .then() chain (Promise-based)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fetch("https://api.exchangerate-api.com/v4/latest/INR")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.then(response =&gt; response.json())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.then(data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rate = data.rates["USD"];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console.log("1 INR = " + rate + " USD");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.catch(error =&gt; console.error("Error:", error));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 / await (cleaner syntax)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getRate(currency)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fetch(`https://api.exchangerate-api.com/v4/latest/INR`);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data.rates[currency];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console.error("Failed:", err);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Project: INR Currency Converter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0" cy="1005840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72821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field, currency select dropdown, Convert button, result div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325880"/>
            <a:ext cx="640080" cy="1005840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6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50408" y="14173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72821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centering, card layout, button hover states, responsive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14600"/>
            <a:ext cx="640080" cy="1005840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07008" y="260604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291693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event on Convert button triggers conversion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14600"/>
            <a:ext cx="640080" cy="100584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14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50408" y="260604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0408" y="291693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exchangerate-api.com/v4/latest/INR endpoint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03320"/>
            <a:ext cx="640080" cy="100584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07008" y="37947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07008" y="410565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converted amount using document.getElementById("result")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703320"/>
            <a:ext cx="640080" cy="1005840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03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50408" y="37947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0408" y="4105656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.catch() handles network errors with user-friendly alert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 — 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DOM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getElementById, querySelector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Modify: innerHTML, style, classList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createElement, appendChild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alert, confirm, prompt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href, assign, pathname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navigator: userAgent, onLine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Events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addEventListener(type, handler)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event.preventDefault()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Keyboard, Form, Window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63240"/>
            <a:ext cx="2743200" cy="347472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check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for email/phone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 for numbers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347472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Fetch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fetch(url).then().catch()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with try/catch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to parse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063240"/>
            <a:ext cx="2743200" cy="34747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Timers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setTimeout(fn, ms)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setInterval(fn, ms)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clearTimeout / clearInterval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Unit 2</dc:title>
  <dc:subject>PptxGenJS Presentation</dc:subject>
  <dc:creator>PptxGenJS</dc:creator>
  <cp:lastModifiedBy>PptxGenJS</cp:lastModifiedBy>
  <cp:revision>1</cp:revision>
  <dcterms:created xsi:type="dcterms:W3CDTF">2026-05-28T10:03:36Z</dcterms:created>
  <dcterms:modified xsi:type="dcterms:W3CDTF">2026-05-28T10:03:36Z</dcterms:modified>
</cp:coreProperties>
</file>