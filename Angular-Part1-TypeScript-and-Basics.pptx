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274320"/>
            <a:ext cx="27432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COURSE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TypeScript &amp;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Fundamentals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2–6  |  From Variables to Data Binding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Angular 18+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 — Part 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73152" cy="7132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1097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Functions, Classes, Interfaces, Generics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8412480" cy="71323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755648"/>
            <a:ext cx="73152" cy="7132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01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075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Introduction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18928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Angular? SPA, Architecture, Concepts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551176"/>
            <a:ext cx="8412480" cy="71323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551176"/>
            <a:ext cx="73152" cy="7132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96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8712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Setup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86000" y="268833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npm, Angular CLI, Project Structure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346704"/>
            <a:ext cx="8412480" cy="71323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346704"/>
            <a:ext cx="73152" cy="7132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92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6667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86000" y="348386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Structure, Practical Projects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142232"/>
            <a:ext cx="8412480" cy="71323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4142232"/>
            <a:ext cx="73152" cy="7132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462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286000" y="42793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Interpolation, Property, Event &amp; Two-Way Binding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TypeScript for Angular?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 checking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found at runtime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maintain at scale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interfaces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decorators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IDE support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023360" cy="41148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type checking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caught at compile time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maintainable code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&amp; Generics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 support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IDE autocomplete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3291840"/>
          </a:xfrm>
          <a:prstGeom prst="rect">
            <a:avLst>
              <a:gd name="adj" fmla="val 1389"/>
            </a:avLst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137160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32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955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Variable declarations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name: string = 'John';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age: number = 25;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isActive: boolean = true;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 types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scores: number[] = [95, 87, 92];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names: Array&lt;string&gt; = ['Alice', 'Bob'];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Tuple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student: [string, number] = ['John', 25];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Any &amp; Union types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data: any = 'hello';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id: number | string = 101;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TypeScript is a superset of JavaScript — all JS code is valid TS!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in TypeScript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3291840"/>
          </a:xfrm>
          <a:prstGeom prst="rect">
            <a:avLst>
              <a:gd name="adj" fmla="val 1389"/>
            </a:avLst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137160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32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955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Typed function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add(a: number, b: number): number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 + b;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Optional &amp; default parameters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greet(name: string, title: string = 'Mr'): string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`Hello, ${title} ${name}!`;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 function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multiply = (x: number, y: number): number =&gt; x * y;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Void function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logMessage(msg: string): void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console.log(msg);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Always define return types — it makes your code self-documenting!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3291840"/>
          </a:xfrm>
          <a:prstGeom prst="rect">
            <a:avLst>
              <a:gd name="adj" fmla="val 1389"/>
            </a:avLst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137160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32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955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a contract/shape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Student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number;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string;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email?: string;   // optional property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readonly rollNo: number;  // read-only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Using the interface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student: Student =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1,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'Alice',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rollNo: 101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displayStudent(s: Student): void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console.log(`${s.name} - Roll: ${s.rollNo}`);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Interfaces are key for defining API response shapes in Angular!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Access Modifiers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3291840"/>
          </a:xfrm>
          <a:prstGeom prst="rect">
            <a:avLst>
              <a:gd name="adj" fmla="val 1389"/>
            </a:avLst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137160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32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955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name: string;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marks: number;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grade: string;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constructor(name: string, marks: number)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this.name = name;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this.marks = marks;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this.grade = marks &gt;= 60 ? 'Pass' : 'Fail';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getMarks(): number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this.marks; // private accessed inside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displayInfo(): void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console.log(`${this.name}: ${this.grade}`);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public = everyone | private = class only | protected = class + subclasses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3291840"/>
          </a:xfrm>
          <a:prstGeom prst="rect">
            <a:avLst>
              <a:gd name="adj" fmla="val 1389"/>
            </a:avLst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137160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32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955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constructor(public name: string, public age: number) {}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introduce(): string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`Hi, I'm ${this.name}`;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Teacher extends Person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constructor(name: string, age: number,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public subject: string)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super(name, age);  // Call parent constructor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introduce(): string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`${super.introduce()}, I teach ${this.subject}`;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'extends' to inherit. Use 'super()' to call the parent constructor.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&amp; Enums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3291840"/>
          </a:xfrm>
          <a:prstGeom prst="rect">
            <a:avLst>
              <a:gd name="adj" fmla="val 1389"/>
            </a:avLst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137160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32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955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Generic function — works with any type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getFirst&lt;T&gt;(arr: T[]): T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arr[0];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getFirst&lt;number&gt;([1, 2, 3]);  // returns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getFirst&lt;string&gt;(['a', 'b']); // returns 'a'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Enum — named constants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Role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Admin = 'ADMIN',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 = 'STUDENT',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Teacher = 'TEACHER'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userRole: Role = Role.Admin;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console.log(userRole); // 'ADMIN'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Generics make components reusable. Enums eliminate magic strings!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 (Used in Angular Everywhere)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3291840"/>
          </a:xfrm>
          <a:prstGeom prst="rect">
            <a:avLst>
              <a:gd name="adj" fmla="val 1389"/>
            </a:avLst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137160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32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955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Decorators are functions that modify classes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Class Decorator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@Component({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 'app-root',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templateUrl: './app.component.html'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AppComponent {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Method Decorator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@HostListener('click')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onClick() {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Property Decorator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@Input() title: string = '';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@Output() clicked = new EventEmitter();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Decorators are Angular's 'magic' — they add metadata to classes!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Introduction</a:t>
            </a:r>
            <a:endParaRPr lang="en-US" sz="4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Angular?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16916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65176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332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Frontend Framework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solution for building large-scale web applications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16916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65176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332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Single Page Application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once, navigates without full page reloads — fast UX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651760" cy="16916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960120"/>
            <a:ext cx="265176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332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Developed by Google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508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Google, used in Gmail, Google Cloud Console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2651760" cy="16916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34640"/>
            <a:ext cx="2651760" cy="45720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077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Component-Based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split into reusable, independent components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834640"/>
            <a:ext cx="2651760" cy="16916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834640"/>
            <a:ext cx="2651760" cy="45720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29077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TypeScript First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33832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TypeScript — type-safe by default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Application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075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NgModule bootstraps the 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618488"/>
            <a:ext cx="365760" cy="118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" y="1737360"/>
            <a:ext cx="8083296" cy="658368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2084832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building blocks with template + logic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395728"/>
            <a:ext cx="365760" cy="118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" y="2514600"/>
            <a:ext cx="7754112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7824" y="2862072"/>
            <a:ext cx="7388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with Angular syntax &amp; directives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172968"/>
            <a:ext cx="365760" cy="118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59536" y="3291840"/>
            <a:ext cx="7424928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1042416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42416" y="3639312"/>
            <a:ext cx="7059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shared across components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3950208"/>
            <a:ext cx="365760" cy="118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4128" y="4069080"/>
            <a:ext cx="7095744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1207008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07008" y="4416552"/>
            <a:ext cx="6729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groups, lazy loaded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Setup</a:t>
            </a:r>
            <a:endParaRPr lang="en-US" sz="4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First App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3291840"/>
          </a:xfrm>
          <a:prstGeom prst="rect">
            <a:avLst>
              <a:gd name="adj" fmla="val 1389"/>
            </a:avLst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137160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32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955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1: Install Node.js from nodejs.org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Verify installation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   // v18+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--version    // v9+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2: Install Angular CLI globally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@angular/cli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3: Create a new project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 new my-angular-app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Select: SCSS, routing: Yes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4: Navigate &amp; Run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my-angular-app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 serve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Open: http://localhost:4200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ng = Angular CLI. It's your best friend throughout development!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Project Structure Explained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src/app/ — Your main application code lives here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app.component.ts — Root component (TypeScript logic)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app.component.html — Root component template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app.module.ts — Root NgModule, declares all components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angular.json — CLI workspace config (build, test settings)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package.json — npm dependencies and scripts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node_modules/ — Installed packages (don't touch!)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tsconfig.json — TypeScript compiler configuration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src/assets/ — Static files: images, fonts, icons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src/index.html — Single HTML page (SPA entry point)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4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&amp; Understanding Components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3291840"/>
          </a:xfrm>
          <a:prstGeom prst="rect">
            <a:avLst>
              <a:gd name="adj" fmla="val 1389"/>
            </a:avLst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137160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32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955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Generate component with Angular CLI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 generate component home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Short form: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 g c home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This creates 4 files: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home.component.ts    — Logic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home.component.html  — Template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home.component.scss  — Styles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home.component.spec.ts — Tests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Component Decorator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@Component({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 'app-home',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templateUrl: './home.component.html',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styleUrls: ['./home.component.scss']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HomeComponent { 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Always use CLI to generate — it auto-registers in app.module.ts!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Lifecycle Hooks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91440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ngOnInit()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once after component is initialized. Best place to fetch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920240"/>
            <a:ext cx="91440" cy="82296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C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ngOnChanges()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when @Input properties change.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841248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880360"/>
            <a:ext cx="9144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ngOnDestroy()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before component is destroyed. Unsubscribe here.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840480"/>
            <a:ext cx="9144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ngAfterViewInit()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view and child views are initialized.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Build These Components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Create the following components using ng g c: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app-header — Navigation bar with logo &amp; links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app-footer — Copyright, social links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app-home — Welcome section with hero content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app-about — Team info, mission statement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app-contact — Contact form placeholder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Practice: Use each component's selector in app.component.html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Example: Add &lt;app-header&gt; and &lt;app-footer&gt; to wrap all pages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Goal: Build the shell of a complete website layout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Binding</a:t>
            </a:r>
            <a:endParaRPr lang="en-US" sz="4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 of Data Binding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3291840"/>
          </a:xfrm>
          <a:prstGeom prst="rect">
            <a:avLst>
              <a:gd name="adj" fmla="val 1389"/>
            </a:avLst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137160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32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955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Interpolation — Display values in template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&lt;h1&gt;Hello, {{ studentName }}!&lt;/h1&gt;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Property Binding — Bind DOM property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[src]="profilePhoto"&gt;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[disabled]="isLoading"&gt;Save&lt;/button&gt;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Event Binding — Handle user actions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(click)="save()"&gt;Submit&lt;/button&gt;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(keyup)="onType($event)"&gt;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Two-Way Binding — Sync model &amp; view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[(ngModel)]="studentName"&gt;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Requires FormsModule in app.module.ts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Two-way binding = Property Binding [ ] + Event Binding ( ) = [( )]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Class for Data Binding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3291840"/>
          </a:xfrm>
          <a:prstGeom prst="rect">
            <a:avLst>
              <a:gd name="adj" fmla="val 1389"/>
            </a:avLst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137160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32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955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Component } from '@angular/core';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@Component({ selector: 'app-home', templateUrl: './home.component.html' 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HomeComponent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Used with interpolation &amp; property binding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studentName: string = 'Alice';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profilePhoto: string = 'assets/alice.jpg';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isLoading: boolean = false;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Used with event binding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save(): void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this.isLoading = true;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console.log('Saving:', this.studentName);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onType(event: KeyboardEvent): void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console.log('Key pressed:', event.key);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Properties in the class are automatically accessible in the template!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Complete! ✅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covered: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46304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11680"/>
            <a:ext cx="1463040" cy="914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Fundamentals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67712" y="2011680"/>
            <a:ext cx="146304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Shape 8"/>
          <p:cNvSpPr/>
          <p:nvPr/>
        </p:nvSpPr>
        <p:spPr>
          <a:xfrm>
            <a:off x="2267712" y="2011680"/>
            <a:ext cx="1463040" cy="914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2313432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Architecture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95344" y="2011680"/>
            <a:ext cx="146304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3895344" y="2011680"/>
            <a:ext cx="1463040" cy="914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3941064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Setup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22976" y="2011680"/>
            <a:ext cx="146304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5522976" y="2011680"/>
            <a:ext cx="1463040" cy="914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5568696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50608" y="2011680"/>
            <a:ext cx="146304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7150608" y="2011680"/>
            <a:ext cx="1463040" cy="914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7196328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with Part 2: Directives, Pipes, Forms, Services, Routing &amp; HTTP Client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3 — Angular Full Course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 Course - Part 1</dc:title>
  <dc:subject>PptxGenJS Presentation</dc:subject>
  <dc:creator>PptxGenJS</dc:creator>
  <cp:lastModifiedBy>PptxGenJS</cp:lastModifiedBy>
  <cp:revision>1</cp:revision>
  <dcterms:created xsi:type="dcterms:W3CDTF">2026-05-31T14:31:59Z</dcterms:created>
  <dcterms:modified xsi:type="dcterms:W3CDTF">2026-05-31T14:31:59Z</dcterms:modified>
</cp:coreProperties>
</file>